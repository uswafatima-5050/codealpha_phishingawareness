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91440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3774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PHISHING AWARENESS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3063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E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TRAINING PROGRAM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5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bait. Protect yourself. Stop the attack.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Uswa Fatima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Cybersecurity Internship — Task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criminals impersonate trusted organizations or people to trick victims into revealing sensitive information, clicking malicious links, or downloading malware.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1E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3.4B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daily worldwide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80360" y="260604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8036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1E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017520" y="33832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breaches start with phishing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260604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1E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in 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349240" y="33832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click a phishing link</a:t>
            </a:r>
            <a:endParaRPr lang="en-US" sz="10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0"/>
            <a:ext cx="3291840" cy="32918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" y="4480560"/>
            <a:ext cx="10972800" cy="1554480"/>
          </a:xfrm>
          <a:prstGeom prst="roundRect">
            <a:avLst>
              <a:gd name="adj" fmla="val 4706"/>
            </a:avLst>
          </a:prstGeom>
          <a:solidFill>
            <a:srgbClr val="FDEAE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80060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475488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comes from "fishing"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cast bait (fake emails/sites) hoping someone takes it. Unlike technical hacking, phishing exploits human psychology — trust, urgency, and fear.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Types of Phishing Attacks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Email Phishing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fake emails impersonating banks, services, or companies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25112" y="12344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4630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93792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Spear Phishing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553712" y="20116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 using personal details about a specific victim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101584" y="12344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4630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70264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Whaling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330184" y="20116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executives/high-profile individuals for big payouts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172968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01568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33558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Vishing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77240" y="395020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— fraudulent phone calls impersonating support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325112" y="3172968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3401568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93792" y="33558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Smishing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4553712" y="395020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text messages with malicious links or urgent requests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101584" y="3172968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184" y="3401568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70264" y="33558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Clone Phishing</a:t>
            </a:r>
            <a:endParaRPr lang="en-US" sz="1550" dirty="0"/>
          </a:p>
        </p:txBody>
      </p:sp>
      <p:sp>
        <p:nvSpPr>
          <p:cNvPr id="26" name="Text 18"/>
          <p:cNvSpPr/>
          <p:nvPr/>
        </p:nvSpPr>
        <p:spPr>
          <a:xfrm>
            <a:off x="8330184" y="395020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 real email but replaces links with malicious ones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Recognizing a Phishing Email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C81E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3075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address doesn't match the real company domain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84048" cy="384048"/>
          </a:xfrm>
          <a:prstGeom prst="ellipse">
            <a:avLst/>
          </a:prstGeom>
          <a:solidFill>
            <a:srgbClr val="C8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1762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like "Dear Customer" instead of your name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C8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04495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language demanding immediate action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C8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91363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 — hover to reveal a mismatched URL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384048" cy="384048"/>
          </a:xfrm>
          <a:prstGeom prst="ellipse">
            <a:avLst/>
          </a:prstGeom>
          <a:solidFill>
            <a:srgbClr val="C8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13075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attachments, especially .exe or .zip files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2240280"/>
            <a:ext cx="384048" cy="384048"/>
          </a:xfrm>
          <a:prstGeom prst="ellipse">
            <a:avLst/>
          </a:prstGeom>
          <a:solidFill>
            <a:srgbClr val="C8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21762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grammar, spelling mistakes, or odd formatting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3108960"/>
            <a:ext cx="384048" cy="384048"/>
          </a:xfrm>
          <a:prstGeom prst="ellipse">
            <a:avLst/>
          </a:prstGeom>
          <a:solidFill>
            <a:srgbClr val="C8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304495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passwords, OTPs, or banking details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977640"/>
            <a:ext cx="384048" cy="384048"/>
          </a:xfrm>
          <a:prstGeom prst="ellipse">
            <a:avLst/>
          </a:prstGeom>
          <a:solidFill>
            <a:srgbClr val="C8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391363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Too-good-to-be-true offers or prize notifications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Spotting Fake Websites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DEAE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7A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Legitimate Site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630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86600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E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Fake / Phishing Site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68680" y="2148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URL starts with https:// and shows a padlock icon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68680" y="2880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Domain spelled correctly (paypal.com, not paypa1.com)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68680" y="3611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 SSL certificate from a trusted authority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68680" y="4343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Professional design with no broken layout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68680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Privacy policy &amp; contact info clearly listed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2148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Misspelled domains (amaz0n-support.net)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37960" y="2880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padlock, or "Not Secure" warning in browser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37960" y="3611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Pop-ups demanding urgent login or payment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37960" y="4343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Mismatched logos, low-res images, broken links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URL uses IP address instead of domain name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 Engineering Tactics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human emotions rather than technical flaws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874520"/>
            <a:ext cx="868680" cy="868680"/>
          </a:xfrm>
          <a:prstGeom prst="ellipse">
            <a:avLst/>
          </a:prstGeom>
          <a:solidFill>
            <a:srgbClr val="FDEA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207568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Urgency &amp; Fear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suspended in 24 hours" — pressures victims to act without thinking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874520"/>
            <a:ext cx="868680" cy="868680"/>
          </a:xfrm>
          <a:prstGeom prst="ellipse">
            <a:avLst/>
          </a:prstGeom>
          <a:solidFill>
            <a:srgbClr val="FDEA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07568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Authority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35204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boss, bank, or government agency to demand compliance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0" y="1874520"/>
            <a:ext cx="868680" cy="868680"/>
          </a:xfrm>
          <a:prstGeom prst="ellipse">
            <a:avLst/>
          </a:prstGeom>
          <a:solidFill>
            <a:srgbClr val="FDEAE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207568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Curiosity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37960" y="35204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won't believe what they said about you" — bait links that exploit curiosity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04120" y="1874520"/>
            <a:ext cx="868680" cy="868680"/>
          </a:xfrm>
          <a:prstGeom prst="ellipse">
            <a:avLst/>
          </a:prstGeom>
          <a:solidFill>
            <a:srgbClr val="FDEAE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5288" y="207568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Greed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418320" y="35204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prize winnings, lottery scams, or unrealistic investment returns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Real-World Example: Fake Bank Email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694944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6949440" cy="59436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533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security@paypa1-verify.com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6276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⚠ Urgent: Your account has been limited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6492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 on your account. Your account access has been limited.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restore full access, verify your information immediately by clicking below: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VERIFY MY ACCOUNT NOW ]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verify within 24 hours will result in permanent suspension.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09560" y="1280160"/>
            <a:ext cx="3657600" cy="1188720"/>
          </a:xfrm>
          <a:prstGeom prst="roundRect">
            <a:avLst>
              <a:gd name="adj" fmla="val 4615"/>
            </a:avLst>
          </a:prstGeom>
          <a:solidFill>
            <a:srgbClr val="C81E3A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1371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domain: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"paypa1" uses the number 1 instead of letter "l"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09560" y="2651760"/>
            <a:ext cx="3657600" cy="1188720"/>
          </a:xfrm>
          <a:prstGeom prst="roundRect">
            <a:avLst>
              <a:gd name="adj" fmla="val 4615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2743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tactic: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"24 hours" deadline pressures quick 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09560" y="4023360"/>
            <a:ext cx="3657600" cy="1188720"/>
          </a:xfrm>
          <a:prstGeom prst="roundRect">
            <a:avLst>
              <a:gd name="adj" fmla="val 4615"/>
            </a:avLst>
          </a:prstGeom>
          <a:solidFill>
            <a:srgbClr val="C8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4114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greeting: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Customer" — real banks use your name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09560" y="5394960"/>
            <a:ext cx="3657600" cy="731520"/>
          </a:xfrm>
          <a:prstGeom prst="roundRect">
            <a:avLst>
              <a:gd name="adj" fmla="val 7500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545896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 button — hover reveals mismatched URL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Best Practices to Stay Safe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63040"/>
            <a:ext cx="548640" cy="548640"/>
          </a:xfrm>
          <a:prstGeom prst="ellipse">
            <a:avLst/>
          </a:prstGeom>
          <a:solidFill>
            <a:srgbClr val="FDEAE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356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Verify the Sender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103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full email address, not just the display name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25112" y="12344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53712" y="1463040"/>
            <a:ext cx="548640" cy="548640"/>
          </a:xfrm>
          <a:prstGeom prst="ellipse">
            <a:avLst/>
          </a:prstGeom>
          <a:solidFill>
            <a:srgbClr val="FDEAE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9512" y="14356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Hover Before You Click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53712" y="2103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actual URL before clicking any link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01584" y="12344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30184" y="1463040"/>
            <a:ext cx="548640" cy="548640"/>
          </a:xfrm>
          <a:prstGeom prst="ellipse">
            <a:avLst/>
          </a:prstGeom>
          <a:solidFill>
            <a:srgbClr val="FDEA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16002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15984" y="14356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 Multi-Factor Auth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30184" y="2103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extra layer so stolen passwords aren't enough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172968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3401568"/>
            <a:ext cx="548640" cy="548640"/>
          </a:xfrm>
          <a:prstGeom prst="ellipse">
            <a:avLst/>
          </a:prstGeom>
          <a:solidFill>
            <a:srgbClr val="FDEAE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3872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337413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Keep Software Updated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77240" y="404164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close security holes attackers exploit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25112" y="3172968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53712" y="3401568"/>
            <a:ext cx="548640" cy="548640"/>
          </a:xfrm>
          <a:prstGeom prst="ellipse">
            <a:avLst/>
          </a:prstGeom>
          <a:solidFill>
            <a:srgbClr val="FDEAE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353872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39512" y="337413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Don't Share Sensitive Info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553712" y="404164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Banks/companies never ask for passwords via email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01584" y="3172968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30184" y="3401568"/>
            <a:ext cx="548640" cy="548640"/>
          </a:xfrm>
          <a:prstGeom prst="ellipse">
            <a:avLst/>
          </a:prstGeom>
          <a:solidFill>
            <a:srgbClr val="FDEAE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3538728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15984" y="337413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Report Suspicious Emails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330184" y="404164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to IT/security team instead of ignoring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91440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QUICK QUIZ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5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 you've learned — 3 interactive questions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E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an email from "support@netfllx.com" asking you to update your payment info urgently. What should you do?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542032"/>
            <a:ext cx="457200" cy="457200"/>
          </a:xfrm>
          <a:prstGeom prst="ellipse">
            <a:avLst/>
          </a:prstGeom>
          <a:solidFill>
            <a:srgbClr val="5A5F7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3774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immediately to avoid losing your account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E8F5E9"/>
          </a:solidFill>
          <a:ln w="12700">
            <a:solidFill>
              <a:srgbClr val="1B7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456432"/>
            <a:ext cx="457200" cy="457200"/>
          </a:xfrm>
          <a:prstGeom prst="ellipse">
            <a:avLst/>
          </a:prstGeom>
          <a:solidFill>
            <a:srgbClr val="1B7A3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32918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 domain carefully and report it as phishing   ✓ Correct Answer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370832"/>
            <a:ext cx="457200" cy="457200"/>
          </a:xfrm>
          <a:prstGeom prst="ellipse">
            <a:avLst/>
          </a:prstGeom>
          <a:solidFill>
            <a:srgbClr val="5A5F7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42062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with your card details to verify quickly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285232"/>
            <a:ext cx="457200" cy="457200"/>
          </a:xfrm>
          <a:prstGeom prst="ellipse">
            <a:avLst/>
          </a:prstGeom>
          <a:solidFill>
            <a:srgbClr val="5A5F7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51206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it to a friend to ask their opinion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E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False: A padlock icon in the browser guarantees a website is 100% safe.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594360"/>
          </a:xfrm>
          <a:prstGeom prst="roundRect">
            <a:avLst>
              <a:gd name="adj" fmla="val 9231"/>
            </a:avLst>
          </a:prstGeom>
          <a:solidFill>
            <a:srgbClr val="E8F5E9"/>
          </a:solidFill>
          <a:ln w="12700">
            <a:solidFill>
              <a:srgbClr val="1B7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019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— it only means the connection is encrypted, not that the site is legitimate. Phishing sites can have padlocks too.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0936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E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 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8686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safest action if you're unsure whether a link is legitimate?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E8F5E9"/>
          </a:solidFill>
          <a:ln w="12700">
            <a:solidFill>
              <a:srgbClr val="1B7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019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— go directly to the official website by typing the URL yourself or using a saved bookmark.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10896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4592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68680" y="388620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 succeed by exploiting trust and urgency — not technical skill. The single best defense is to pause, verify, and never act on pressure alone. When in doubt, contact the organization directly through a verified channel.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82296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Stay Alert. Stay Secure.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5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completing Phishing Awareness Training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51960" y="4297680"/>
            <a:ext cx="3657600" cy="0"/>
          </a:xfrm>
          <a:prstGeom prst="line">
            <a:avLst/>
          </a:prstGeom>
          <a:noFill/>
          <a:ln w="12700">
            <a:solidFill>
              <a:srgbClr val="3A3F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Uswa Fatima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Cybersecurity Internship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UswaFatima-5050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Uswa Fatima</dc:creator>
  <cp:lastModifiedBy>Uswa Fatima</cp:lastModifiedBy>
  <cp:revision>1</cp:revision>
  <dcterms:created xsi:type="dcterms:W3CDTF">2026-06-30T06:14:44Z</dcterms:created>
  <dcterms:modified xsi:type="dcterms:W3CDTF">2026-06-30T06:14:44Z</dcterms:modified>
</cp:coreProperties>
</file>